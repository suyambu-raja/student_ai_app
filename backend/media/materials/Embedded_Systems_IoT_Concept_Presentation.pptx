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Embedded Systems &amp; IoT - Concept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Subject: Embedded Systems and IoT</a:t>
            </a:r>
          </a:p>
          <a:p>
            <a:r>
              <a:t>• Concept introduction</a:t>
            </a:r>
          </a:p>
          <a:p>
            <a:r>
              <a:t>• Prepared for academic understanding</a:t>
            </a:r>
          </a:p>
          <a:p>
            <a:r>
              <a:t>• Focus on simple explanation</a:t>
            </a:r>
          </a:p>
          <a:p>
            <a:r>
              <a:t>• Covers core ideas and applications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 Embedded System?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 specialized computer system designed for a specific task</a:t>
            </a:r>
          </a:p>
          <a:p>
            <a:r>
              <a:t>• Built into a larger device</a:t>
            </a:r>
          </a:p>
          <a:p>
            <a:r>
              <a:t>• Works with hardware and software together</a:t>
            </a:r>
          </a:p>
          <a:p>
            <a:r>
              <a:t>• Usually performs real‑time operations</a:t>
            </a:r>
          </a:p>
          <a:p>
            <a:r>
              <a:t>• Examples: Microwave oven, Washing machine, ATM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Components of Embedded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Microcontroller or Microprocessor</a:t>
            </a:r>
          </a:p>
          <a:p>
            <a:r>
              <a:t>• Sensors and Actuators</a:t>
            </a:r>
          </a:p>
          <a:p>
            <a:r>
              <a:t>• Memory (RAM / ROM)</a:t>
            </a:r>
          </a:p>
          <a:p>
            <a:r>
              <a:t>• Input and Output interfaces</a:t>
            </a:r>
          </a:p>
          <a:p>
            <a:r>
              <a:t>• Embedded software or firmware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Internet of Things (IoT)?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Network of physical devices connected to the internet</a:t>
            </a:r>
          </a:p>
          <a:p>
            <a:r>
              <a:t>• Devices collect and exchange data</a:t>
            </a:r>
          </a:p>
          <a:p>
            <a:r>
              <a:t>• Uses sensors, connectivity, and cloud systems</a:t>
            </a:r>
          </a:p>
          <a:p>
            <a:r>
              <a:t>• Enables smart automation and monitoring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Embedded Systems Work in IoT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Embedded system collects data using sensors</a:t>
            </a:r>
          </a:p>
          <a:p>
            <a:r>
              <a:t>• Microcontroller processes the data</a:t>
            </a:r>
          </a:p>
          <a:p>
            <a:r>
              <a:t>• Internet connectivity sends data to cloud/server</a:t>
            </a:r>
          </a:p>
          <a:p>
            <a:r>
              <a:t>• Users monitor or control devices remotely</a:t>
            </a:r>
          </a:p>
          <a:p>
            <a:r>
              <a:t>• Example: Smart agriculture monitoring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Embedded Systems and IoT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Smart homes (smart lights, smart thermostats)</a:t>
            </a:r>
          </a:p>
          <a:p>
            <a:r>
              <a:t>• Healthcare monitoring devices</a:t>
            </a:r>
          </a:p>
          <a:p>
            <a:r>
              <a:t>• Smart agriculture systems</a:t>
            </a:r>
          </a:p>
          <a:p>
            <a:r>
              <a:t>• Industrial automation</a:t>
            </a:r>
          </a:p>
          <a:p>
            <a:r>
              <a:t>• Smart cities and traffic control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IoT and Embedded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Automation and remote monitoring</a:t>
            </a:r>
          </a:p>
          <a:p>
            <a:r>
              <a:t>• Increased efficiency</a:t>
            </a:r>
          </a:p>
          <a:p>
            <a:r>
              <a:t>• Real‑time data collection</a:t>
            </a:r>
          </a:p>
          <a:p>
            <a:r>
              <a:t>• Reduced human effort</a:t>
            </a:r>
          </a:p>
          <a:p>
            <a:r>
              <a:t>• Better decision making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Embedded systems are the core of modern smart devices</a:t>
            </a:r>
          </a:p>
          <a:p>
            <a:r>
              <a:t>• IoT connects these devices through the internet</a:t>
            </a:r>
          </a:p>
          <a:p>
            <a:r>
              <a:t>• Together they enable intelligent automation</a:t>
            </a:r>
          </a:p>
          <a:p>
            <a:r>
              <a:t>• Used widely in industry, agriculture, healthcare and homes</a:t>
            </a:r>
          </a:p>
          <a:p>
            <a:r>
              <a:t>• Future technologies will depend heavily on IoT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